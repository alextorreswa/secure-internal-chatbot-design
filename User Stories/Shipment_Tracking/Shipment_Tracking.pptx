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CE99-8254-4897-BBDD-E202B6B8A895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FFF1-5837-413D-8C8D-B13E9C734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44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CE99-8254-4897-BBDD-E202B6B8A895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FFF1-5837-413D-8C8D-B13E9C734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CE99-8254-4897-BBDD-E202B6B8A895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FFF1-5837-413D-8C8D-B13E9C734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312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CE99-8254-4897-BBDD-E202B6B8A895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FFF1-5837-413D-8C8D-B13E9C734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505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CE99-8254-4897-BBDD-E202B6B8A895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FFF1-5837-413D-8C8D-B13E9C734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270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CE99-8254-4897-BBDD-E202B6B8A895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FFF1-5837-413D-8C8D-B13E9C734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386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CE99-8254-4897-BBDD-E202B6B8A895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FFF1-5837-413D-8C8D-B13E9C734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795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CE99-8254-4897-BBDD-E202B6B8A895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FFF1-5837-413D-8C8D-B13E9C734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8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CE99-8254-4897-BBDD-E202B6B8A895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FFF1-5837-413D-8C8D-B13E9C734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156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CE99-8254-4897-BBDD-E202B6B8A895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FFF1-5837-413D-8C8D-B13E9C734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65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CE99-8254-4897-BBDD-E202B6B8A895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FFF1-5837-413D-8C8D-B13E9C734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93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2CE99-8254-4897-BBDD-E202B6B8A895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6FFF1-5837-413D-8C8D-B13E9C734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49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429291" y="228600"/>
            <a:ext cx="8295609" cy="6553200"/>
            <a:chOff x="429291" y="228600"/>
            <a:chExt cx="8295609" cy="6553200"/>
          </a:xfrm>
        </p:grpSpPr>
        <p:sp>
          <p:nvSpPr>
            <p:cNvPr id="5" name="TextBox 4"/>
            <p:cNvSpPr txBox="1"/>
            <p:nvPr/>
          </p:nvSpPr>
          <p:spPr>
            <a:xfrm>
              <a:off x="2247900" y="228600"/>
              <a:ext cx="4572000" cy="480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Cascade Freight Systems Chatbot</a:t>
              </a:r>
              <a:endParaRPr lang="en-US" sz="24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552700" y="636346"/>
              <a:ext cx="3962400" cy="480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User Account Administration</a:t>
              </a:r>
              <a:endParaRPr lang="en-US" sz="24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29291" y="1125903"/>
              <a:ext cx="3942992" cy="12815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User Story – </a:t>
              </a:r>
              <a:r>
                <a:rPr lang="en-US" dirty="0" smtClean="0"/>
                <a:t>3.0 Shipment Tracking </a:t>
              </a:r>
              <a:endParaRPr lang="en-US" dirty="0" smtClean="0"/>
            </a:p>
            <a:p>
              <a:r>
                <a:rPr lang="en-US" sz="1400" dirty="0" smtClean="0"/>
                <a:t>As a dispatcher, I want to enter a shipment ID and receive its status, latest location, and ETA so that I can track shipments in real time and respond to inquiries efficiently..</a:t>
              </a:r>
              <a:endParaRPr lang="en-US" sz="14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65234" y="2692058"/>
              <a:ext cx="3801966" cy="3235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Build chatbot input handling for shipment ID lookup.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Connect to shipment tracking database to retrieve status, location, and ETA.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Format response to populate all three fields clearly in the chatbot interface.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Implement “HISTORY” button to show past shipment events.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Enable “EXPORT LOGS” to download shipment history for audit or reporting.</a:t>
              </a:r>
              <a:endParaRPr lang="en-US" sz="14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65234" y="2333039"/>
              <a:ext cx="3276600" cy="384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Development Tasks</a:t>
              </a:r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33900" y="1116924"/>
              <a:ext cx="4191000" cy="5664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2556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429291" y="228600"/>
            <a:ext cx="8219409" cy="6295787"/>
            <a:chOff x="429291" y="228600"/>
            <a:chExt cx="8219409" cy="6295787"/>
          </a:xfrm>
        </p:grpSpPr>
        <p:grpSp>
          <p:nvGrpSpPr>
            <p:cNvPr id="2" name="Group 1"/>
            <p:cNvGrpSpPr/>
            <p:nvPr/>
          </p:nvGrpSpPr>
          <p:grpSpPr>
            <a:xfrm>
              <a:off x="429291" y="228600"/>
              <a:ext cx="6390609" cy="6295787"/>
              <a:chOff x="429291" y="228600"/>
              <a:chExt cx="6390609" cy="6295787"/>
            </a:xfrm>
          </p:grpSpPr>
          <p:sp>
            <p:nvSpPr>
              <p:cNvPr id="3" name="TextBox 2"/>
              <p:cNvSpPr txBox="1"/>
              <p:nvPr/>
            </p:nvSpPr>
            <p:spPr>
              <a:xfrm>
                <a:off x="2247900" y="228600"/>
                <a:ext cx="4572000" cy="4805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Cascade Freight Systems Chatbot</a:t>
                </a:r>
                <a:endParaRPr lang="en-US" sz="2400" dirty="0"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2552700" y="636346"/>
                <a:ext cx="3962400" cy="4805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User Account Administration</a:t>
                </a:r>
                <a:endParaRPr lang="en-US" sz="2400" dirty="0"/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429291" y="1125903"/>
                <a:ext cx="3942992" cy="166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User Story – </a:t>
                </a:r>
                <a:r>
                  <a:rPr lang="en-US" dirty="0" smtClean="0"/>
                  <a:t>3.1 Status Query</a:t>
                </a:r>
                <a:endParaRPr lang="en-US" dirty="0" smtClean="0"/>
              </a:p>
              <a:p>
                <a:r>
                  <a:rPr lang="en-US" sz="1400" dirty="0" smtClean="0"/>
                  <a:t>As a dispatcher or support staff, I want the chatbot to return the current shipment status (pending, in transit with timestamp/location, or delivered with confirmation) after entering its ID so that I can monitor progress and respond to inquiries efficiently.</a:t>
                </a:r>
                <a:endParaRPr lang="en-US" sz="1400" dirty="0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429291" y="3200400"/>
                <a:ext cx="3801966" cy="3323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Query shipment database for status, timestamp, and location based on entered ID.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Format chatbot response to handle all status types (pending, in transit, delivered) consistently.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Implement role‑based access to restrict this view to dispatchers and support staff.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Add error handling for invalid shipment IDs or missing data.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Test status queries with sample shipments to validate accuracy and response time.</a:t>
                </a:r>
                <a:endParaRPr lang="en-US" sz="1400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429291" y="2787896"/>
                <a:ext cx="3276600" cy="384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Development Tasks</a:t>
                </a:r>
              </a:p>
            </p:txBody>
          </p:sp>
        </p:grp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8200" y="990600"/>
              <a:ext cx="4000500" cy="53985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6088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29291" y="228600"/>
            <a:ext cx="6390609" cy="5990987"/>
            <a:chOff x="429291" y="228600"/>
            <a:chExt cx="6390609" cy="5990987"/>
          </a:xfrm>
        </p:grpSpPr>
        <p:sp>
          <p:nvSpPr>
            <p:cNvPr id="5" name="TextBox 4"/>
            <p:cNvSpPr txBox="1"/>
            <p:nvPr/>
          </p:nvSpPr>
          <p:spPr>
            <a:xfrm>
              <a:off x="2247900" y="228600"/>
              <a:ext cx="4572000" cy="480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Cascade Freight Systems Chatbot</a:t>
              </a:r>
              <a:endParaRPr lang="en-US" sz="24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552700" y="636346"/>
              <a:ext cx="3962400" cy="480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User Account Administration</a:t>
              </a:r>
              <a:endParaRPr lang="en-US" sz="24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29291" y="1125903"/>
              <a:ext cx="3942992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User Story – </a:t>
              </a:r>
              <a:r>
                <a:rPr lang="en-US" dirty="0" smtClean="0"/>
                <a:t>3.2 ETA Updates</a:t>
              </a:r>
              <a:endParaRPr lang="en-US" dirty="0" smtClean="0"/>
            </a:p>
            <a:p>
              <a:r>
                <a:rPr lang="en-US" sz="1400" dirty="0" smtClean="0"/>
                <a:t>As a dispatcher or support staff, I want the chatbot to provide estimated arrival times for shipments so that I can plan resources and keep customers informed.</a:t>
              </a:r>
              <a:endParaRPr lang="en-US" sz="14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50857" y="2895600"/>
              <a:ext cx="3801966" cy="33239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Integrate chatbot with routing and shipment database to calculate ETA based on current location and conditions.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Format chatbot response to display ETA clearly alongside status and location.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Implement dynamic updates so ETA adjusts automatically if delays or reroutes occur.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Add error handling for missing or inconsistent route data.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Test ETA calculations with sample shipments to validate accuracy and responsiveness.</a:t>
              </a:r>
              <a:endParaRPr lang="en-US" sz="14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50857" y="2378575"/>
              <a:ext cx="3276600" cy="384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Development Tasks</a:t>
              </a: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219200"/>
            <a:ext cx="3657601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083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410600" y="228600"/>
            <a:ext cx="8533682" cy="6295787"/>
            <a:chOff x="410600" y="228600"/>
            <a:chExt cx="8533682" cy="6295787"/>
          </a:xfrm>
        </p:grpSpPr>
        <p:grpSp>
          <p:nvGrpSpPr>
            <p:cNvPr id="3" name="Group 2"/>
            <p:cNvGrpSpPr/>
            <p:nvPr/>
          </p:nvGrpSpPr>
          <p:grpSpPr>
            <a:xfrm>
              <a:off x="410600" y="228600"/>
              <a:ext cx="6409300" cy="6267745"/>
              <a:chOff x="410600" y="228600"/>
              <a:chExt cx="6409300" cy="6267745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2247900" y="228600"/>
                <a:ext cx="4572000" cy="4805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Cascade Freight Systems Chatbot</a:t>
                </a:r>
                <a:endParaRPr lang="en-US" sz="2400" dirty="0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2552700" y="636346"/>
                <a:ext cx="3962400" cy="4805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User Account Administration</a:t>
                </a:r>
                <a:endParaRPr lang="en-US" sz="2400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429291" y="1125903"/>
                <a:ext cx="3942992" cy="1508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User Story – </a:t>
                </a:r>
                <a:r>
                  <a:rPr lang="en-US" dirty="0" smtClean="0"/>
                  <a:t>3.2.1 Dynamic ETA Adjustments</a:t>
                </a:r>
              </a:p>
              <a:p>
                <a:r>
                  <a:rPr lang="en-US" sz="1400" dirty="0" smtClean="0"/>
                  <a:t>As a dispatcher or support staff, I want the chatbot to automatically adjust shipment ETAs when delays or reroutes occur so that I can provide accurate arrival times and manage expectations.</a:t>
                </a:r>
                <a:endParaRPr lang="en-US" sz="1400" dirty="0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410600" y="3172358"/>
                <a:ext cx="3801966" cy="3323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Implement logic to recalculate ETA whenever shipment status or route data changes.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Integrate with routing system to detect delays, reroutes, or traffic conditions in real time.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Format chatbot responses to show updated ETA clearly alongside shipment status.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Add alert mechanism to notify dispatchers when ETA changes significantly.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Test dynamic ETA updates with simulated delays and reroutes to validate accuracy.</a:t>
                </a:r>
                <a:endParaRPr lang="en-US" sz="1400" dirty="0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429291" y="2644198"/>
                <a:ext cx="3276600" cy="384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Development Tasks</a:t>
                </a:r>
              </a:p>
            </p:txBody>
          </p:sp>
        </p:grp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1999" y="1125902"/>
              <a:ext cx="4372283" cy="53984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2789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10600" y="228600"/>
            <a:ext cx="6409300" cy="6267745"/>
            <a:chOff x="410600" y="228600"/>
            <a:chExt cx="6409300" cy="6267745"/>
          </a:xfrm>
        </p:grpSpPr>
        <p:sp>
          <p:nvSpPr>
            <p:cNvPr id="5" name="TextBox 4"/>
            <p:cNvSpPr txBox="1"/>
            <p:nvPr/>
          </p:nvSpPr>
          <p:spPr>
            <a:xfrm>
              <a:off x="2247900" y="228600"/>
              <a:ext cx="4572000" cy="480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Cascade Freight Systems Chatbot</a:t>
              </a:r>
              <a:endParaRPr lang="en-US" sz="24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552700" y="636346"/>
              <a:ext cx="3962400" cy="480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User Account Administration</a:t>
              </a:r>
              <a:endParaRPr lang="en-US" sz="24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29291" y="1125903"/>
              <a:ext cx="3942992" cy="1723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User Story – </a:t>
              </a:r>
              <a:r>
                <a:rPr lang="en-US" dirty="0" smtClean="0"/>
                <a:t>3.2.2 Exception Alerts</a:t>
              </a:r>
            </a:p>
            <a:p>
              <a:endParaRPr lang="en-US" dirty="0" smtClean="0"/>
            </a:p>
            <a:p>
              <a:r>
                <a:rPr lang="en-US" sz="1400" dirty="0" smtClean="0"/>
                <a:t>As a dispatcher or support staff, I want the chatbot to automatically alert me when shipment exceptions occur (such as delays, reroutes, or damaged goods) so that I can respond quickly and keep operations running smoothly.</a:t>
              </a:r>
              <a:endParaRPr lang="en-US" sz="14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10600" y="3172358"/>
              <a:ext cx="3801966" cy="33239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Integrate chatbot with shipment tracking system to detect exceptions in real time.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Format alerts clearly with shipment ID, type of issue, timestamp, and location.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Implement role‑based access so only authorized staff receive exception alerts.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Add notification logic to prioritize urgent issues (e.g., delays vs. damaged goods).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Test exception scenarios with simulated shipments to validate alert accuracy and timeliness.</a:t>
              </a:r>
              <a:endParaRPr lang="en-US" sz="14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37917" y="2792411"/>
              <a:ext cx="3276600" cy="384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Development Tasks</a:t>
              </a: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283" y="1125549"/>
            <a:ext cx="4329151" cy="528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985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10600" y="228600"/>
            <a:ext cx="8533682" cy="6345954"/>
            <a:chOff x="410600" y="228600"/>
            <a:chExt cx="8533682" cy="6345954"/>
          </a:xfrm>
        </p:grpSpPr>
        <p:grpSp>
          <p:nvGrpSpPr>
            <p:cNvPr id="3" name="Group 2"/>
            <p:cNvGrpSpPr/>
            <p:nvPr/>
          </p:nvGrpSpPr>
          <p:grpSpPr>
            <a:xfrm>
              <a:off x="410600" y="228600"/>
              <a:ext cx="6409300" cy="6345954"/>
              <a:chOff x="410600" y="228600"/>
              <a:chExt cx="6409300" cy="6345954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2247900" y="228600"/>
                <a:ext cx="4572000" cy="4805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Cascade Freight Systems Chatbot</a:t>
                </a:r>
                <a:endParaRPr lang="en-US" sz="2400" dirty="0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2552700" y="636346"/>
                <a:ext cx="3962400" cy="4805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User Account Administration</a:t>
                </a:r>
                <a:endParaRPr lang="en-US" sz="2400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429291" y="1125903"/>
                <a:ext cx="3942992" cy="1508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User Story – </a:t>
                </a:r>
                <a:r>
                  <a:rPr lang="en-US" dirty="0" smtClean="0"/>
                  <a:t>3.2.3 Route Change Alerts</a:t>
                </a:r>
              </a:p>
              <a:p>
                <a:endParaRPr lang="en-US" dirty="0" smtClean="0"/>
              </a:p>
              <a:p>
                <a:r>
                  <a:rPr lang="en-US" sz="1400" dirty="0" smtClean="0"/>
                  <a:t>As a dispatcher or support staff, I want the chatbot to notify me when a shipment has been rerouted so that I can update delivery expectations and coordinate resources accordingly.</a:t>
                </a:r>
                <a:endParaRPr lang="en-US" sz="1400" dirty="0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410600" y="3035124"/>
                <a:ext cx="3801966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Integrate chatbot with routing system to detect route changes in real time.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Format alerts to include shipment ID, new route details, timestamp, and reason for reroute (if available).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Implement role‑based access so only authorized staff receive route change alerts.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Add notification logic to highlight reroutes as high‑priority events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Test route change scenarios with sample shipments to validate alert accuracy and timeliness.</a:t>
                </a:r>
                <a:endParaRPr lang="en-US" sz="1400" dirty="0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429291" y="2644198"/>
                <a:ext cx="3276600" cy="384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Development Tasks</a:t>
                </a:r>
              </a:p>
            </p:txBody>
          </p:sp>
        </p:grpSp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1999" y="1125902"/>
              <a:ext cx="4372283" cy="53984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9297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29291" y="228600"/>
            <a:ext cx="6390609" cy="5990987"/>
            <a:chOff x="429291" y="228600"/>
            <a:chExt cx="6390609" cy="5990987"/>
          </a:xfrm>
        </p:grpSpPr>
        <p:sp>
          <p:nvSpPr>
            <p:cNvPr id="5" name="TextBox 4"/>
            <p:cNvSpPr txBox="1"/>
            <p:nvPr/>
          </p:nvSpPr>
          <p:spPr>
            <a:xfrm>
              <a:off x="2247900" y="228600"/>
              <a:ext cx="4572000" cy="480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Cascade Freight Systems Chatbot</a:t>
              </a:r>
              <a:endParaRPr lang="en-US" sz="24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552700" y="636346"/>
              <a:ext cx="3962400" cy="480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User Account Administration</a:t>
              </a:r>
              <a:endParaRPr lang="en-US" sz="24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29291" y="1125903"/>
              <a:ext cx="3942992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User Story – </a:t>
              </a:r>
              <a:r>
                <a:rPr lang="en-US" dirty="0" smtClean="0"/>
                <a:t>3.3 Historical Tracking</a:t>
              </a:r>
            </a:p>
            <a:p>
              <a:r>
                <a:rPr lang="en-US" sz="1400" dirty="0" smtClean="0"/>
                <a:t>As a dispatcher or support staff, I want the chatbot to provide access to historical shipment records so that I can review past deliveries, audit performance, and generate reports when needed.</a:t>
              </a:r>
              <a:endParaRPr lang="en-US" sz="14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29291" y="2895600"/>
              <a:ext cx="3801966" cy="33239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Connect chatbot to shipment database with query capability for past records.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Format responses to display shipment history clearly (status changes, timestamps, locations).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Implement filtering options (by shipment ID, date range, or driver) for efficient lookups.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Add “Export Logs” functionality to securely download shipment history for audits.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Test historical tracking with sample records to validate accuracy and usability.</a:t>
              </a:r>
              <a:endParaRPr lang="en-US" sz="14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29291" y="2421976"/>
              <a:ext cx="3276600" cy="384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Development Tasks</a:t>
              </a: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899" y="1116922"/>
            <a:ext cx="4410383" cy="543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914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830</Words>
  <Application>Microsoft Office PowerPoint</Application>
  <PresentationFormat>On-screen Show (4:3)</PresentationFormat>
  <Paragraphs>100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Davis</dc:creator>
  <cp:lastModifiedBy>David Davis</cp:lastModifiedBy>
  <cp:revision>14</cp:revision>
  <dcterms:created xsi:type="dcterms:W3CDTF">2025-12-14T17:14:00Z</dcterms:created>
  <dcterms:modified xsi:type="dcterms:W3CDTF">2025-12-14T23:15:44Z</dcterms:modified>
</cp:coreProperties>
</file>