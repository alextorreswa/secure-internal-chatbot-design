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86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97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94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27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27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56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4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2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84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2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F587B-1FFE-466B-A4D8-6E4B2E78AA68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B70D1-FD36-4E0B-97A8-205D8A7E5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88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609600" y="313585"/>
            <a:ext cx="8153400" cy="6177462"/>
            <a:chOff x="609600" y="313585"/>
            <a:chExt cx="8153400" cy="6177462"/>
          </a:xfrm>
        </p:grpSpPr>
        <p:sp>
          <p:nvSpPr>
            <p:cNvPr id="5" name="TextBox 4"/>
            <p:cNvSpPr txBox="1"/>
            <p:nvPr/>
          </p:nvSpPr>
          <p:spPr>
            <a:xfrm>
              <a:off x="2438400" y="313585"/>
              <a:ext cx="457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43200" y="705285"/>
              <a:ext cx="3962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13787" y="1251841"/>
              <a:ext cx="372961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4.0 Employee Support</a:t>
              </a:r>
            </a:p>
            <a:p>
              <a:endParaRPr lang="en-US" sz="1400" dirty="0"/>
            </a:p>
            <a:p>
              <a:r>
                <a:rPr lang="en-US" sz="1400" dirty="0"/>
                <a:t>As an employee, I want to search for department and individual contact information so I can quickly reach the right person or team for support.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3296085"/>
              <a:ext cx="3352800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Integrate chatbot with HR and safety policy repositories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NLP intent recognition for policy queries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Create standardized response templates with fallback answers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Apply role‑based access controls and audit logging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Conduct unit, edge case, and user acceptance testing</a:t>
              </a:r>
              <a:endParaRPr lang="en-US" sz="1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9600" y="2944612"/>
              <a:ext cx="327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9599" y="1251840"/>
              <a:ext cx="4343401" cy="52392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365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4800" y="313585"/>
            <a:ext cx="6640082" cy="6074626"/>
            <a:chOff x="609600" y="313585"/>
            <a:chExt cx="6400800" cy="6074626"/>
          </a:xfrm>
        </p:grpSpPr>
        <p:sp>
          <p:nvSpPr>
            <p:cNvPr id="3" name="TextBox 2"/>
            <p:cNvSpPr txBox="1"/>
            <p:nvPr/>
          </p:nvSpPr>
          <p:spPr>
            <a:xfrm>
              <a:off x="2438400" y="313585"/>
              <a:ext cx="457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43200" y="705285"/>
              <a:ext cx="3962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13787" y="1251841"/>
              <a:ext cx="372961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4.1 Policy Queries</a:t>
              </a:r>
            </a:p>
            <a:p>
              <a:endParaRPr lang="en-US" sz="1400" dirty="0"/>
            </a:p>
            <a:p>
              <a:r>
                <a:rPr lang="en-US" sz="1400" dirty="0" smtClean="0"/>
                <a:t>As an employee, I want to query safety policies (freight handling, compliance rules) through the chatbot so that I can follow company procedures correctly and stay compliant.</a:t>
              </a:r>
              <a:endParaRPr lang="en-US" sz="1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5634" y="3279668"/>
              <a:ext cx="3352800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Integrate chatbot with HR and safety policy repositories.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NLP intent recognition for HR vs. safety queries.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Create standardized response templates with fallback answers.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Apply role‑based access controls and audit logging.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Conduct unit, edge case, and user acceptance testing.</a:t>
              </a:r>
              <a:endParaRPr lang="en-US" sz="1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600" y="2913834"/>
              <a:ext cx="327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251840"/>
            <a:ext cx="4334480" cy="552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94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9143" y="313585"/>
            <a:ext cx="6635738" cy="6310775"/>
            <a:chOff x="613787" y="313585"/>
            <a:chExt cx="6396613" cy="6310775"/>
          </a:xfrm>
        </p:grpSpPr>
        <p:sp>
          <p:nvSpPr>
            <p:cNvPr id="3" name="TextBox 2"/>
            <p:cNvSpPr txBox="1"/>
            <p:nvPr/>
          </p:nvSpPr>
          <p:spPr>
            <a:xfrm>
              <a:off x="2438400" y="313585"/>
              <a:ext cx="457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43200" y="705285"/>
              <a:ext cx="3962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13787" y="1251841"/>
              <a:ext cx="372961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4.1.1 HR Policies</a:t>
              </a:r>
            </a:p>
            <a:p>
              <a:endParaRPr lang="en-US" sz="1400" dirty="0"/>
            </a:p>
            <a:p>
              <a:r>
                <a:rPr lang="en-US" sz="1400" dirty="0" smtClean="0"/>
                <a:t>As an employee, I want to query HR policies such as vacation, sick leave, and benefits so that I can plan my time off and understand my entitlements without needing to contact HR staff directly.</a:t>
              </a:r>
              <a:endParaRPr lang="en-US" sz="1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5634" y="3084930"/>
              <a:ext cx="3352800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Build a dedicated HR Policies interface panel triggered by the “HR Policies” button.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Connect chatbot to internal HR documentation covering vacation, sick leave, and benefits.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NLP to classify and route queries to relevant HR policy sections.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Design response templates for each HR topic with links to full policy documents.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Log all HR policy queries with timestamps and user IDs for audit compliance.</a:t>
              </a:r>
              <a:endParaRPr lang="en-US" sz="1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13787" y="2688088"/>
              <a:ext cx="327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371599"/>
            <a:ext cx="4296386" cy="536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14865" y="313585"/>
            <a:ext cx="8180723" cy="6468215"/>
            <a:chOff x="314865" y="313585"/>
            <a:chExt cx="8180723" cy="6468215"/>
          </a:xfrm>
        </p:grpSpPr>
        <p:grpSp>
          <p:nvGrpSpPr>
            <p:cNvPr id="2" name="Group 1"/>
            <p:cNvGrpSpPr/>
            <p:nvPr/>
          </p:nvGrpSpPr>
          <p:grpSpPr>
            <a:xfrm>
              <a:off x="314865" y="313585"/>
              <a:ext cx="6630017" cy="6029470"/>
              <a:chOff x="619302" y="313585"/>
              <a:chExt cx="6391098" cy="6029470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2438400" y="313585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2743200" y="705285"/>
                <a:ext cx="3962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644249" y="1066800"/>
                <a:ext cx="4110612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4.1.2 Safety Policies</a:t>
                </a:r>
              </a:p>
              <a:p>
                <a:endParaRPr lang="en-US" sz="1400" dirty="0"/>
              </a:p>
              <a:p>
                <a:r>
                  <a:rPr lang="en-US" sz="1400" dirty="0" smtClean="0"/>
                  <a:t>As an employee, I want to query safety policies through the chatbot so that I can receive guidance on freight handling procedures, compliance rules, and workplace safety standards to ensure I perform my job safely and in accordance with company regulations.</a:t>
                </a:r>
                <a:endParaRPr lang="en-US" sz="1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52564" y="3019068"/>
                <a:ext cx="3352800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Build a dedicated Safety Policies panel triggered by the “Safety Policies” button.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Connect chatbot to internal safety documentation covering freight handling, compliance rules, and workplace safety standards.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Implement NLP classification to detect queries related to freight handling, compliance, or general workplace safety.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Create response templates that provide clear guidance and link to full safety documents.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Apply role‑based access controls and log all safety policy queries for compliance and audit purposes.</a:t>
                </a:r>
                <a:endParaRPr lang="en-US" sz="1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19302" y="2643756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1788" y="1219200"/>
              <a:ext cx="3733800" cy="5562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361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40745" y="313585"/>
            <a:ext cx="6604137" cy="5589534"/>
            <a:chOff x="644249" y="313585"/>
            <a:chExt cx="6366151" cy="5589534"/>
          </a:xfrm>
        </p:grpSpPr>
        <p:sp>
          <p:nvSpPr>
            <p:cNvPr id="5" name="TextBox 4"/>
            <p:cNvSpPr txBox="1"/>
            <p:nvPr/>
          </p:nvSpPr>
          <p:spPr>
            <a:xfrm>
              <a:off x="2438400" y="313585"/>
              <a:ext cx="457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43200" y="705285"/>
              <a:ext cx="3962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4249" y="1066800"/>
              <a:ext cx="4110612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4.2 Contact Directory</a:t>
              </a:r>
            </a:p>
            <a:p>
              <a:endParaRPr lang="en-US" sz="1400" dirty="0"/>
            </a:p>
            <a:p>
              <a:r>
                <a:rPr lang="en-US" sz="1400" dirty="0"/>
                <a:t>As an employee, I want to search for department and individual contact information so I can quickly reach the right person or team for support.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1668" y="2579132"/>
              <a:ext cx="3352800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Build Department Lookup and Individual Lookup input fields connected to the internal directory database</a:t>
              </a:r>
              <a:r>
                <a:rPr lang="en-US" sz="1400" dirty="0" smtClean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Format </a:t>
              </a:r>
              <a:r>
                <a:rPr lang="en-US" sz="1400" dirty="0"/>
                <a:t>chatbot responses to display phone/email details in a clear, structured card layout</a:t>
              </a:r>
              <a:r>
                <a:rPr lang="en-US" sz="1400" dirty="0" smtClean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Enforce </a:t>
              </a:r>
              <a:r>
                <a:rPr lang="en-US" sz="1400" dirty="0"/>
                <a:t>role-based access control to ensure only authorized staff can view contact information</a:t>
              </a:r>
              <a:r>
                <a:rPr lang="en-US" sz="1400" dirty="0" smtClean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Implement </a:t>
              </a:r>
              <a:r>
                <a:rPr lang="en-US" sz="1400" dirty="0"/>
                <a:t>error handling for invalid or missing queries, with “No results found” messaging</a:t>
              </a:r>
              <a:r>
                <a:rPr lang="en-US" sz="1400" dirty="0" smtClean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Log </a:t>
              </a:r>
              <a:r>
                <a:rPr lang="en-US" sz="1400" dirty="0"/>
                <a:t>all lookup queries for audit and compliance, and test with sample departments and employee records.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4249" y="2209800"/>
              <a:ext cx="327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024" y="1219200"/>
            <a:ext cx="4109969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4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40745" y="313585"/>
            <a:ext cx="7888143" cy="6122414"/>
            <a:chOff x="340745" y="313585"/>
            <a:chExt cx="7888143" cy="6122414"/>
          </a:xfrm>
        </p:grpSpPr>
        <p:grpSp>
          <p:nvGrpSpPr>
            <p:cNvPr id="3" name="Group 2"/>
            <p:cNvGrpSpPr/>
            <p:nvPr/>
          </p:nvGrpSpPr>
          <p:grpSpPr>
            <a:xfrm>
              <a:off x="340745" y="313585"/>
              <a:ext cx="6604137" cy="5525002"/>
              <a:chOff x="644249" y="313585"/>
              <a:chExt cx="6366151" cy="5525002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438400" y="313585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743200" y="705285"/>
                <a:ext cx="3962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44249" y="1066800"/>
                <a:ext cx="4110612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4.2.1 Department Lookup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As an employee, I want to search for a department and retrieve its contact information so I can quickly reach the right team for support.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2564" y="2514600"/>
                <a:ext cx="3352800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Implement search input field for department names connected to the internal directory database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Build </a:t>
                </a:r>
                <a:r>
                  <a:rPr lang="en-US" sz="1400" dirty="0"/>
                  <a:t>query logic to return department name, phone number, and email address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Format </a:t>
                </a:r>
                <a:r>
                  <a:rPr lang="en-US" sz="1400" dirty="0"/>
                  <a:t>chatbot responses into a structured pane with clear labels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Add </a:t>
                </a:r>
                <a:r>
                  <a:rPr lang="en-US" sz="1400" dirty="0"/>
                  <a:t>error handling for invalid or missing department queries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Log </a:t>
                </a:r>
                <a:r>
                  <a:rPr lang="en-US" sz="1400" dirty="0"/>
                  <a:t>all lookup queries for audit and compliance purposes.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60879" y="2209800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8488" y="1066800"/>
              <a:ext cx="3200400" cy="53691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762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40745" y="313585"/>
            <a:ext cx="7838400" cy="6171333"/>
            <a:chOff x="340745" y="313585"/>
            <a:chExt cx="7838400" cy="6171333"/>
          </a:xfrm>
        </p:grpSpPr>
        <p:grpSp>
          <p:nvGrpSpPr>
            <p:cNvPr id="3" name="Group 2"/>
            <p:cNvGrpSpPr/>
            <p:nvPr/>
          </p:nvGrpSpPr>
          <p:grpSpPr>
            <a:xfrm>
              <a:off x="340745" y="313585"/>
              <a:ext cx="6604137" cy="6171333"/>
              <a:chOff x="644249" y="313585"/>
              <a:chExt cx="6366151" cy="6171333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438400" y="313585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743200" y="705285"/>
                <a:ext cx="3962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44249" y="1066800"/>
                <a:ext cx="4110612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4.2.2 Individual Lookup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As an employee, I want to search for a specific individual’s contact information so I can directly reach the person I need for support or coordination.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2564" y="2514600"/>
                <a:ext cx="33528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Implement search input field for employee names connected to the internal directory database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Build </a:t>
                </a:r>
                <a:r>
                  <a:rPr lang="en-US" sz="1400" dirty="0"/>
                  <a:t>query logic to return individual’s name, phone number, and email address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Format </a:t>
                </a:r>
                <a:r>
                  <a:rPr lang="en-US" sz="1400" dirty="0"/>
                  <a:t>chatbot responses into a structured pane with clear labels for contact details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Add </a:t>
                </a:r>
                <a:r>
                  <a:rPr lang="en-US" sz="1400" dirty="0"/>
                  <a:t>error handling for invalid or missing employee queries (e.g., “No results found</a:t>
                </a:r>
                <a:r>
                  <a:rPr lang="en-US" sz="1400" dirty="0" smtClean="0"/>
                  <a:t>”).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Log </a:t>
                </a:r>
                <a:r>
                  <a:rPr lang="en-US" sz="1400" dirty="0"/>
                  <a:t>all lookup queries for audit and compliance, and test with sample employee records.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60879" y="2209800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8231" y="1166950"/>
              <a:ext cx="3100914" cy="5105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1738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40745" y="313585"/>
            <a:ext cx="8154843" cy="6239615"/>
            <a:chOff x="340745" y="313585"/>
            <a:chExt cx="8154843" cy="6239615"/>
          </a:xfrm>
        </p:grpSpPr>
        <p:grpSp>
          <p:nvGrpSpPr>
            <p:cNvPr id="3" name="Group 2"/>
            <p:cNvGrpSpPr/>
            <p:nvPr/>
          </p:nvGrpSpPr>
          <p:grpSpPr>
            <a:xfrm>
              <a:off x="340745" y="313585"/>
              <a:ext cx="6604137" cy="6171333"/>
              <a:chOff x="644249" y="313585"/>
              <a:chExt cx="6366151" cy="6171333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438400" y="313585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743200" y="705285"/>
                <a:ext cx="3962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44249" y="1066800"/>
                <a:ext cx="4110612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4.3 Shift lookup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As an employee, I want to look up my upcoming shifts so I can plan my schedule and ensure I’m prepared for my assignments.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2564" y="2514600"/>
                <a:ext cx="33528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Implement Shift Lookup input field connected to the internal scheduling database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Build </a:t>
                </a:r>
                <a:r>
                  <a:rPr lang="en-US" sz="1400" dirty="0"/>
                  <a:t>query logic to return upcoming shifts with date, time, and assignment details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Format </a:t>
                </a:r>
                <a:r>
                  <a:rPr lang="en-US" sz="1400" dirty="0"/>
                  <a:t>chatbot responses into a structured pane showing shift information clearly</a:t>
                </a:r>
                <a:r>
                  <a:rPr lang="en-US" sz="1400" dirty="0" smtClean="0"/>
                  <a:t>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Add </a:t>
                </a:r>
                <a:r>
                  <a:rPr lang="en-US" sz="1400" dirty="0"/>
                  <a:t>error handling for invalid or missing shift queries (e.g., “No shifts found</a:t>
                </a:r>
                <a:r>
                  <a:rPr lang="en-US" sz="1400" dirty="0" smtClean="0"/>
                  <a:t>”).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Log </a:t>
                </a:r>
                <a:r>
                  <a:rPr lang="en-US" sz="1400" dirty="0"/>
                  <a:t>all shift lookup queries for audit and compliance, and test with sample employee schedules.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60879" y="2209800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1788" y="1166950"/>
              <a:ext cx="3733800" cy="5386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879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40745" y="313585"/>
            <a:ext cx="7888855" cy="5525002"/>
            <a:chOff x="340745" y="313585"/>
            <a:chExt cx="7888855" cy="5525002"/>
          </a:xfrm>
        </p:grpSpPr>
        <p:grpSp>
          <p:nvGrpSpPr>
            <p:cNvPr id="3" name="Group 2"/>
            <p:cNvGrpSpPr/>
            <p:nvPr/>
          </p:nvGrpSpPr>
          <p:grpSpPr>
            <a:xfrm>
              <a:off x="340745" y="313585"/>
              <a:ext cx="6604137" cy="5525002"/>
              <a:chOff x="644249" y="313585"/>
              <a:chExt cx="6366151" cy="5525002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438400" y="313585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Cascade Freight Systems Chatbot</a:t>
                </a:r>
                <a:endParaRPr lang="en-US" sz="24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743200" y="705285"/>
                <a:ext cx="3962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/>
                  <a:t>User Account Administration</a:t>
                </a:r>
                <a:endParaRPr lang="en-US" sz="24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44249" y="1066800"/>
                <a:ext cx="4110612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User Story – 4.3 Shift lookup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As an employee, I want to look up my upcoming assignments so that I can quickly see which shipments I am responsible for and plan my schedule accordingly.</a:t>
                </a:r>
                <a:endParaRPr lang="en-US" sz="14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2564" y="2514600"/>
                <a:ext cx="3352800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Implement database queries to fetch driver–shipment assignment </a:t>
                </a:r>
                <a:r>
                  <a:rPr lang="en-US" sz="1400" dirty="0" smtClean="0"/>
                  <a:t>data.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Enforce </a:t>
                </a:r>
                <a:r>
                  <a:rPr lang="en-US" sz="1400" dirty="0"/>
                  <a:t>role‑based access control for dispatcher, driver, and support staff </a:t>
                </a:r>
                <a:r>
                  <a:rPr lang="en-US" sz="1400" dirty="0" smtClean="0"/>
                  <a:t>views.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Design </a:t>
                </a:r>
                <a:r>
                  <a:rPr lang="en-US" sz="1400" dirty="0"/>
                  <a:t>and build the Assignment Lookup UI panel (search + results table</a:t>
                </a:r>
                <a:r>
                  <a:rPr lang="en-US" sz="1400" dirty="0" smtClean="0"/>
                  <a:t>).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Integrate </a:t>
                </a:r>
                <a:r>
                  <a:rPr lang="en-US" sz="1400" dirty="0"/>
                  <a:t>audit logging for all lookup queries and </a:t>
                </a:r>
                <a:r>
                  <a:rPr lang="en-US" sz="1400" dirty="0" smtClean="0"/>
                  <a:t>results.</a:t>
                </a:r>
              </a:p>
              <a:p>
                <a:endParaRPr lang="en-US" sz="1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 smtClean="0"/>
                  <a:t>Add </a:t>
                </a:r>
                <a:r>
                  <a:rPr lang="en-US" sz="1400" dirty="0"/>
                  <a:t>error handling and clear feedback for invalid or restricted </a:t>
                </a:r>
                <a:r>
                  <a:rPr lang="en-US" sz="1400" dirty="0" smtClean="0"/>
                  <a:t>queries.</a:t>
                </a:r>
                <a:endParaRPr lang="en-US" sz="1400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60879" y="2209800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Development Tasks</a:t>
                </a: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0600" y="1166950"/>
              <a:ext cx="3429000" cy="4471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291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40745" y="313585"/>
            <a:ext cx="6604137" cy="5703715"/>
            <a:chOff x="644249" y="313585"/>
            <a:chExt cx="6366151" cy="5703715"/>
          </a:xfrm>
        </p:grpSpPr>
        <p:sp>
          <p:nvSpPr>
            <p:cNvPr id="5" name="TextBox 4"/>
            <p:cNvSpPr txBox="1"/>
            <p:nvPr/>
          </p:nvSpPr>
          <p:spPr>
            <a:xfrm>
              <a:off x="2438400" y="313585"/>
              <a:ext cx="457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Cascade Freight Systems Chatbot</a:t>
              </a:r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43200" y="705285"/>
              <a:ext cx="3962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User Account Administration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4249" y="1066800"/>
              <a:ext cx="411061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Story – 4.3 </a:t>
              </a:r>
              <a:r>
                <a:rPr lang="en-US" dirty="0" smtClean="0"/>
                <a:t>FAQ Responses</a:t>
              </a:r>
              <a:endParaRPr lang="en-US" dirty="0" smtClean="0"/>
            </a:p>
            <a:p>
              <a:endParaRPr lang="en-US" sz="1400" dirty="0"/>
            </a:p>
            <a:p>
              <a:r>
                <a:rPr lang="en-US" sz="1400" dirty="0"/>
                <a:t>As an employee, I want to access quick FAQ responses so that I can resolve common questions (e.g., HR policies, scheduling, safety rules) without needing to contact support staff.</a:t>
              </a:r>
              <a:endParaRPr lang="en-US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2563" y="3124200"/>
              <a:ext cx="3703192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Implement FAQ database with categorized questions and </a:t>
              </a:r>
              <a:r>
                <a:rPr lang="en-US" sz="1400" dirty="0" smtClean="0"/>
                <a:t>answers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Build </a:t>
              </a:r>
              <a:r>
                <a:rPr lang="en-US" sz="1400" dirty="0"/>
                <a:t>search functionality to match employee queries with relevant FAQ </a:t>
              </a:r>
              <a:r>
                <a:rPr lang="en-US" sz="1400" dirty="0" smtClean="0"/>
                <a:t>entries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Design </a:t>
              </a:r>
              <a:r>
                <a:rPr lang="en-US" sz="1400" dirty="0"/>
                <a:t>FAQ UI panel with expandable/collapsible </a:t>
              </a:r>
              <a:r>
                <a:rPr lang="en-US" sz="1400" dirty="0" smtClean="0"/>
                <a:t>answers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Integrate </a:t>
              </a:r>
              <a:r>
                <a:rPr lang="en-US" sz="1400" dirty="0"/>
                <a:t>role‑based access (support staff can update FAQs, employees can only view</a:t>
              </a:r>
              <a:r>
                <a:rPr lang="en-US" sz="1400" dirty="0" smtClean="0"/>
                <a:t>)</a:t>
              </a:r>
            </a:p>
            <a:p>
              <a:endParaRPr lang="en-US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Add </a:t>
              </a:r>
              <a:r>
                <a:rPr lang="en-US" sz="1400" dirty="0"/>
                <a:t>audit logging for FAQ queries and updates</a:t>
              </a:r>
              <a:endParaRPr 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0879" y="2509673"/>
              <a:ext cx="327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Development Tasks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771" y="1166950"/>
            <a:ext cx="3580688" cy="524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0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1103</Words>
  <Application>Microsoft Office PowerPoint</Application>
  <PresentationFormat>On-screen Show (4:3)</PresentationFormat>
  <Paragraphs>142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Davis</dc:creator>
  <cp:lastModifiedBy>David Davis</cp:lastModifiedBy>
  <cp:revision>21</cp:revision>
  <dcterms:created xsi:type="dcterms:W3CDTF">2025-12-16T06:03:37Z</dcterms:created>
  <dcterms:modified xsi:type="dcterms:W3CDTF">2025-12-17T09:17:30Z</dcterms:modified>
</cp:coreProperties>
</file>